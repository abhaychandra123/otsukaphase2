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  <p:sldMasterId id="2147483757" r:id="rId2"/>
  </p:sldMasterIdLst>
  <p:notesMasterIdLst>
    <p:notesMasterId r:id="rId37"/>
  </p:notesMasterIdLst>
  <p:handoutMasterIdLst>
    <p:handoutMasterId r:id="rId38"/>
  </p:handoutMasterIdLst>
  <p:sldIdLst/>
  <p:sldSz cx="9906000" cy="6858000" type="A4"/>
  <p:notesSz cx="9866313" cy="1429543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188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29997" algn="l" rtl="0" fontAlgn="base">
      <a:spcBef>
        <a:spcPct val="0"/>
      </a:spcBef>
      <a:spcAft>
        <a:spcPct val="0"/>
      </a:spcAft>
      <a:defRPr kumimoji="1" sz="188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859993" algn="l" rtl="0" fontAlgn="base">
      <a:spcBef>
        <a:spcPct val="0"/>
      </a:spcBef>
      <a:spcAft>
        <a:spcPct val="0"/>
      </a:spcAft>
      <a:defRPr kumimoji="1" sz="188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289990" algn="l" rtl="0" fontAlgn="base">
      <a:spcBef>
        <a:spcPct val="0"/>
      </a:spcBef>
      <a:spcAft>
        <a:spcPct val="0"/>
      </a:spcAft>
      <a:defRPr kumimoji="1" sz="188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719986" algn="l" rtl="0" fontAlgn="base">
      <a:spcBef>
        <a:spcPct val="0"/>
      </a:spcBef>
      <a:spcAft>
        <a:spcPct val="0"/>
      </a:spcAft>
      <a:defRPr kumimoji="1" sz="188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149983" algn="l" defTabSz="859993" rtl="0" eaLnBrk="1" latinLnBrk="0" hangingPunct="1">
      <a:defRPr kumimoji="1" sz="188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579980" algn="l" defTabSz="859993" rtl="0" eaLnBrk="1" latinLnBrk="0" hangingPunct="1">
      <a:defRPr kumimoji="1" sz="188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009976" algn="l" defTabSz="859993" rtl="0" eaLnBrk="1" latinLnBrk="0" hangingPunct="1">
      <a:defRPr kumimoji="1" sz="188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439973" algn="l" defTabSz="859993" rtl="0" eaLnBrk="1" latinLnBrk="0" hangingPunct="1">
      <a:defRPr kumimoji="1" sz="188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587"/>
    <a:srgbClr val="464646"/>
    <a:srgbClr val="0070B4"/>
    <a:srgbClr val="F5F58F"/>
    <a:srgbClr val="002060"/>
    <a:srgbClr val="737373"/>
    <a:srgbClr val="DEF3FA"/>
    <a:srgbClr val="F9DFE8"/>
    <a:srgbClr val="002266"/>
    <a:srgbClr val="4BB4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94660"/>
  </p:normalViewPr>
  <p:slideViewPr>
    <p:cSldViewPr snapToGrid="0">
      <p:cViewPr varScale="1">
        <p:scale>
          <a:sx n="92" d="100"/>
          <a:sy n="92" d="100"/>
        </p:scale>
        <p:origin x="202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7" Type="http://schemas.openxmlformats.org/officeDocument/2006/relationships/notesMaster" Target="notesMasters/notesMaster1.xml"/><Relationship Id="rId38" Type="http://schemas.openxmlformats.org/officeDocument/2006/relationships/handoutMaster" Target="handoutMasters/handout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customXml" Target="../customXml/item1.xml"/><Relationship Id="rId44" Type="http://schemas.openxmlformats.org/officeDocument/2006/relationships/customXml" Target="../customXml/item2.xml"/><Relationship Id="rId45" Type="http://schemas.openxmlformats.org/officeDocument/2006/relationships/customXml" Target="../customXml/item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6255" cy="717647"/>
          </a:xfrm>
          <a:prstGeom prst="rect">
            <a:avLst/>
          </a:prstGeom>
        </p:spPr>
        <p:txBody>
          <a:bodyPr vert="horz" lIns="133073" tIns="66536" rIns="133073" bIns="66536" rtlCol="0"/>
          <a:lstStyle>
            <a:lvl1pPr algn="l">
              <a:defRPr sz="17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587733" y="0"/>
            <a:ext cx="4276254" cy="717647"/>
          </a:xfrm>
          <a:prstGeom prst="rect">
            <a:avLst/>
          </a:prstGeom>
        </p:spPr>
        <p:txBody>
          <a:bodyPr vert="horz" lIns="133073" tIns="66536" rIns="133073" bIns="66536" rtlCol="0"/>
          <a:lstStyle>
            <a:lvl1pPr algn="r">
              <a:defRPr sz="1700"/>
            </a:lvl1pPr>
          </a:lstStyle>
          <a:p>
            <a:fld id="{6132DD5D-951E-486B-8048-6C0A2AD4E92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1" y="13577791"/>
            <a:ext cx="4276255" cy="717647"/>
          </a:xfrm>
          <a:prstGeom prst="rect">
            <a:avLst/>
          </a:prstGeom>
        </p:spPr>
        <p:txBody>
          <a:bodyPr vert="horz" lIns="133073" tIns="66536" rIns="133073" bIns="66536" rtlCol="0" anchor="b"/>
          <a:lstStyle>
            <a:lvl1pPr algn="l">
              <a:defRPr sz="17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587733" y="13577791"/>
            <a:ext cx="4276254" cy="717647"/>
          </a:xfrm>
          <a:prstGeom prst="rect">
            <a:avLst/>
          </a:prstGeom>
        </p:spPr>
        <p:txBody>
          <a:bodyPr vert="horz" lIns="133073" tIns="66536" rIns="133073" bIns="66536" rtlCol="0" anchor="b"/>
          <a:lstStyle>
            <a:lvl1pPr algn="r">
              <a:defRPr sz="1700"/>
            </a:lvl1pPr>
          </a:lstStyle>
          <a:p>
            <a:fld id="{C5D3A462-B9D5-4DBB-BCC8-F422375FC9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31238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4276093" cy="714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3062" tIns="66530" rIns="133062" bIns="66530" numCol="1" anchor="t" anchorCtr="0" compatLnSpc="1">
            <a:prstTxWarp prst="textNoShape">
              <a:avLst/>
            </a:prstTxWarp>
          </a:bodyPr>
          <a:lstStyle>
            <a:lvl1pPr defTabSz="1330735">
              <a:defRPr sz="1700">
                <a:latin typeface="Arial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7919" y="1"/>
            <a:ext cx="4276093" cy="714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3062" tIns="66530" rIns="133062" bIns="66530" numCol="1" anchor="t" anchorCtr="0" compatLnSpc="1">
            <a:prstTxWarp prst="textNoShape">
              <a:avLst/>
            </a:prstTxWarp>
          </a:bodyPr>
          <a:lstStyle>
            <a:lvl1pPr algn="r" defTabSz="1330735">
              <a:defRPr sz="1700">
                <a:latin typeface="Arial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58863" y="1071563"/>
            <a:ext cx="7747000" cy="5362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5021" y="6790391"/>
            <a:ext cx="7896272" cy="6434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3062" tIns="66530" rIns="133062" bIns="6653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3578498"/>
            <a:ext cx="4276093" cy="714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3062" tIns="66530" rIns="133062" bIns="66530" numCol="1" anchor="b" anchorCtr="0" compatLnSpc="1">
            <a:prstTxWarp prst="textNoShape">
              <a:avLst/>
            </a:prstTxWarp>
          </a:bodyPr>
          <a:lstStyle>
            <a:lvl1pPr defTabSz="1330735">
              <a:defRPr sz="1700">
                <a:latin typeface="Arial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7919" y="13578498"/>
            <a:ext cx="4276093" cy="714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3062" tIns="66530" rIns="133062" bIns="66530" numCol="1" anchor="b" anchorCtr="0" compatLnSpc="1">
            <a:prstTxWarp prst="textNoShape">
              <a:avLst/>
            </a:prstTxWarp>
          </a:bodyPr>
          <a:lstStyle>
            <a:lvl1pPr algn="r" defTabSz="1330735">
              <a:defRPr sz="1700"/>
            </a:lvl1pPr>
          </a:lstStyle>
          <a:p>
            <a:fld id="{98B9FFC3-32A9-4089-B20E-B155946340C2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129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1pPr>
    <a:lvl2pPr marL="429997" algn="l" rtl="0" eaLnBrk="0" fontAlgn="base" hangingPunct="0">
      <a:spcBef>
        <a:spcPct val="30000"/>
      </a:spcBef>
      <a:spcAft>
        <a:spcPct val="0"/>
      </a:spcAft>
      <a:defRPr kumimoji="1" sz="1129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2pPr>
    <a:lvl3pPr marL="859993" algn="l" rtl="0" eaLnBrk="0" fontAlgn="base" hangingPunct="0">
      <a:spcBef>
        <a:spcPct val="30000"/>
      </a:spcBef>
      <a:spcAft>
        <a:spcPct val="0"/>
      </a:spcAft>
      <a:defRPr kumimoji="1" sz="1129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3pPr>
    <a:lvl4pPr marL="1289990" algn="l" rtl="0" eaLnBrk="0" fontAlgn="base" hangingPunct="0">
      <a:spcBef>
        <a:spcPct val="30000"/>
      </a:spcBef>
      <a:spcAft>
        <a:spcPct val="0"/>
      </a:spcAft>
      <a:defRPr kumimoji="1" sz="1129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4pPr>
    <a:lvl5pPr marL="1719986" algn="l" rtl="0" eaLnBrk="0" fontAlgn="base" hangingPunct="0">
      <a:spcBef>
        <a:spcPct val="30000"/>
      </a:spcBef>
      <a:spcAft>
        <a:spcPct val="0"/>
      </a:spcAft>
      <a:defRPr kumimoji="1" sz="1129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5pPr>
    <a:lvl6pPr marL="2149983" algn="l" defTabSz="859993" rtl="0" eaLnBrk="1" latinLnBrk="0" hangingPunct="1">
      <a:defRPr kumimoji="1" sz="1129" kern="1200">
        <a:solidFill>
          <a:schemeClr val="tx1"/>
        </a:solidFill>
        <a:latin typeface="+mn-lt"/>
        <a:ea typeface="+mn-ea"/>
        <a:cs typeface="+mn-cs"/>
      </a:defRPr>
    </a:lvl6pPr>
    <a:lvl7pPr marL="2579980" algn="l" defTabSz="859993" rtl="0" eaLnBrk="1" latinLnBrk="0" hangingPunct="1">
      <a:defRPr kumimoji="1" sz="1129" kern="1200">
        <a:solidFill>
          <a:schemeClr val="tx1"/>
        </a:solidFill>
        <a:latin typeface="+mn-lt"/>
        <a:ea typeface="+mn-ea"/>
        <a:cs typeface="+mn-cs"/>
      </a:defRPr>
    </a:lvl7pPr>
    <a:lvl8pPr marL="3009976" algn="l" defTabSz="859993" rtl="0" eaLnBrk="1" latinLnBrk="0" hangingPunct="1">
      <a:defRPr kumimoji="1" sz="1129" kern="1200">
        <a:solidFill>
          <a:schemeClr val="tx1"/>
        </a:solidFill>
        <a:latin typeface="+mn-lt"/>
        <a:ea typeface="+mn-ea"/>
        <a:cs typeface="+mn-cs"/>
      </a:defRPr>
    </a:lvl8pPr>
    <a:lvl9pPr marL="3439973" algn="l" defTabSz="859993" rtl="0" eaLnBrk="1" latinLnBrk="0" hangingPunct="1">
      <a:defRPr kumimoji="1" sz="112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89C04C99-EBDB-4198-BC90-01A0454467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625" y="16626"/>
            <a:ext cx="9939251" cy="6857999"/>
          </a:xfrm>
          <a:prstGeom prst="rect">
            <a:avLst/>
          </a:prstGeom>
        </p:spPr>
      </p:pic>
      <p:sp>
        <p:nvSpPr>
          <p:cNvPr id="7" name="タイトル 1">
            <a:extLst>
              <a:ext uri="{FF2B5EF4-FFF2-40B4-BE49-F238E27FC236}">
                <a16:creationId xmlns:a16="http://schemas.microsoft.com/office/drawing/2014/main" id="{D4E01C6F-3EE3-4D56-8CC7-DE1FD501B2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4420" y="2775745"/>
            <a:ext cx="6251101" cy="540471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r>
              <a:rPr kumimoji="1" lang="ja-JP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タイトルを入力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EA7C4F71-F3E0-4DAE-A6E8-7AC2102AE026}"/>
              </a:ext>
            </a:extLst>
          </p:cNvPr>
          <p:cNvCxnSpPr/>
          <p:nvPr userDrawn="1"/>
        </p:nvCxnSpPr>
        <p:spPr bwMode="auto">
          <a:xfrm>
            <a:off x="-1" y="3317948"/>
            <a:ext cx="670552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Rectangle 13">
            <a:extLst>
              <a:ext uri="{FF2B5EF4-FFF2-40B4-BE49-F238E27FC236}">
                <a16:creationId xmlns:a16="http://schemas.microsoft.com/office/drawing/2014/main" id="{BD883A7B-04BF-408D-B925-F0FB7FE8CB1C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47456" y="6617524"/>
            <a:ext cx="2719430" cy="195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915" tIns="41457" rIns="82915" bIns="41457">
            <a:spAutoFit/>
          </a:bodyPr>
          <a:lstStyle>
            <a:lvl1pPr defTabSz="10287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defTabSz="10287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defTabSz="10287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defTabSz="10287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defTabSz="10287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r>
              <a:rPr lang="en-US" altLang="ja-JP" sz="726">
                <a:solidFill>
                  <a:schemeClr val="bg1"/>
                </a:solidFill>
                <a:latin typeface="+mn-lt"/>
              </a:rPr>
              <a:t>Copyright©2026 OTSUKA CORPORATION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63850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A2189-110F-4D75-B9CF-75EC9674F09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724129" y="6591144"/>
            <a:ext cx="457743" cy="229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8" tIns="45708" rIns="91418" bIns="45708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907">
                <a:solidFill>
                  <a:srgbClr val="4D4D4D"/>
                </a:solidFill>
                <a:latin typeface="+mn-lt"/>
              </a:defRPr>
            </a:lvl1pPr>
          </a:lstStyle>
          <a:p>
            <a:pPr>
              <a:defRPr/>
            </a:pPr>
            <a:fld id="{FB3629B8-3F17-4C5D-9EA5-923845F78C95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EC63F64-00AC-42D0-B2D9-038E10D544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38214" y="46812"/>
            <a:ext cx="9259200" cy="540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282" tIns="46642" rIns="93282" bIns="46642" numCol="1" anchor="ctr" anchorCtr="0" compatLnSpc="1">
            <a:prstTxWarp prst="textNoShape">
              <a:avLst/>
            </a:prstTxWarp>
            <a:spAutoFit/>
          </a:bodyPr>
          <a:lstStyle>
            <a:lvl1pPr>
              <a:defRPr sz="2900"/>
            </a:lvl1pPr>
          </a:lstStyle>
          <a:p>
            <a:pPr lvl="0"/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1459246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537AA488-9285-4B05-A900-E771E09CC9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1695" y="759601"/>
            <a:ext cx="9221078" cy="5700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837" tIns="50918" rIns="101837" bIns="50918" numCol="1" anchor="t" anchorCtr="0" compatLnSpc="1">
            <a:prstTxWarp prst="textNoShape">
              <a:avLst/>
            </a:prstTxWarp>
          </a:bodyPr>
          <a:lstStyle>
            <a:lvl1pPr>
              <a:defRPr sz="2000">
                <a:latin typeface="+mn-ea"/>
                <a:ea typeface="+mn-ea"/>
              </a:defRPr>
            </a:lvl1pPr>
            <a:lvl2pPr>
              <a:defRPr sz="1600">
                <a:latin typeface="+mn-ea"/>
                <a:ea typeface="+mn-ea"/>
              </a:defRPr>
            </a:lvl2pPr>
            <a:lvl3pPr>
              <a:defRPr sz="1600">
                <a:latin typeface="+mn-ea"/>
                <a:ea typeface="+mn-ea"/>
              </a:defRPr>
            </a:lvl3pPr>
            <a:lvl4pPr>
              <a:defRPr sz="1400">
                <a:latin typeface="+mn-ea"/>
                <a:ea typeface="+mn-ea"/>
              </a:defRPr>
            </a:lvl4pPr>
            <a:lvl5pPr>
              <a:defRPr sz="1200">
                <a:latin typeface="+mn-ea"/>
                <a:ea typeface="+mn-ea"/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EBFAC436-66F6-4C24-960C-742D45F0E69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724129" y="6591144"/>
            <a:ext cx="457743" cy="229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8" tIns="45708" rIns="91418" bIns="45708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907">
                <a:solidFill>
                  <a:srgbClr val="4D4D4D"/>
                </a:solidFill>
                <a:latin typeface="+mn-lt"/>
              </a:defRPr>
            </a:lvl1pPr>
          </a:lstStyle>
          <a:p>
            <a:pPr>
              <a:defRPr/>
            </a:pPr>
            <a:fld id="{FB3629B8-3F17-4C5D-9EA5-923845F78C95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A3216F1-06EC-41DC-A4F1-0DCE864F4E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38214" y="46812"/>
            <a:ext cx="9259200" cy="540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282" tIns="46642" rIns="93282" bIns="46642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843761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341695" y="768519"/>
            <a:ext cx="4523603" cy="5692067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>
                <a:latin typeface="+mn-ea"/>
                <a:ea typeface="+mn-ea"/>
              </a:defRPr>
            </a:lvl2pPr>
            <a:lvl3pPr>
              <a:defRPr sz="1600">
                <a:latin typeface="+mn-ea"/>
                <a:ea typeface="+mn-ea"/>
              </a:defRPr>
            </a:lvl3pPr>
            <a:lvl4pPr>
              <a:defRPr sz="1400">
                <a:latin typeface="+mn-ea"/>
                <a:ea typeface="+mn-ea"/>
              </a:defRPr>
            </a:lvl4pPr>
            <a:lvl5pPr>
              <a:defRPr sz="1200">
                <a:latin typeface="+mn-ea"/>
                <a:ea typeface="+mn-ea"/>
              </a:defRPr>
            </a:lvl5pPr>
            <a:lvl6pPr>
              <a:defRPr sz="1633"/>
            </a:lvl6pPr>
            <a:lvl7pPr>
              <a:defRPr sz="1633"/>
            </a:lvl7pPr>
            <a:lvl8pPr>
              <a:defRPr sz="1633"/>
            </a:lvl8pPr>
            <a:lvl9pPr>
              <a:defRPr sz="1633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059686" y="768518"/>
            <a:ext cx="4503087" cy="569206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+mn-ea"/>
                <a:ea typeface="+mn-ea"/>
              </a:defRPr>
            </a:lvl1pPr>
            <a:lvl2pPr>
              <a:defRPr sz="1800">
                <a:latin typeface="+mn-ea"/>
                <a:ea typeface="+mn-ea"/>
              </a:defRPr>
            </a:lvl2pPr>
            <a:lvl3pPr>
              <a:defRPr sz="1600">
                <a:latin typeface="+mn-ea"/>
                <a:ea typeface="+mn-ea"/>
              </a:defRPr>
            </a:lvl3pPr>
            <a:lvl4pPr>
              <a:defRPr sz="1400">
                <a:latin typeface="+mn-ea"/>
                <a:ea typeface="+mn-ea"/>
              </a:defRPr>
            </a:lvl4pPr>
            <a:lvl5pPr>
              <a:defRPr sz="1200">
                <a:latin typeface="+mn-ea"/>
                <a:ea typeface="+mn-ea"/>
              </a:defRPr>
            </a:lvl5pPr>
            <a:lvl6pPr>
              <a:defRPr sz="1633"/>
            </a:lvl6pPr>
            <a:lvl7pPr>
              <a:defRPr sz="1633"/>
            </a:lvl7pPr>
            <a:lvl8pPr>
              <a:defRPr sz="1633"/>
            </a:lvl8pPr>
            <a:lvl9pPr>
              <a:defRPr sz="1633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044CF681-265C-441D-85CC-FA82C318BF3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724129" y="6591144"/>
            <a:ext cx="457743" cy="229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8" tIns="45708" rIns="91418" bIns="45708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907">
                <a:solidFill>
                  <a:srgbClr val="4D4D4D"/>
                </a:solidFill>
                <a:latin typeface="+mn-lt"/>
              </a:defRPr>
            </a:lvl1pPr>
          </a:lstStyle>
          <a:p>
            <a:pPr>
              <a:defRPr/>
            </a:pPr>
            <a:fld id="{FB3629B8-3F17-4C5D-9EA5-923845F78C95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06FA4A3-2F00-40C4-BC08-4BAC4D879E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38214" y="46812"/>
            <a:ext cx="9259200" cy="540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282" tIns="46642" rIns="93282" bIns="46642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604639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A2189-110F-4D75-B9CF-75EC9674F09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724129" y="6591144"/>
            <a:ext cx="457743" cy="229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8" tIns="45708" rIns="91418" bIns="45708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907">
                <a:solidFill>
                  <a:srgbClr val="4D4D4D"/>
                </a:solidFill>
                <a:latin typeface="+mn-lt"/>
              </a:defRPr>
            </a:lvl1pPr>
          </a:lstStyle>
          <a:p>
            <a:pPr>
              <a:defRPr/>
            </a:pPr>
            <a:fld id="{FB3629B8-3F17-4C5D-9EA5-923845F78C95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968474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99383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1695" y="759601"/>
            <a:ext cx="9221078" cy="5700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837" tIns="50918" rIns="101837" bIns="509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52241F9-8F56-49DF-8254-64590C65E01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724129" y="6591144"/>
            <a:ext cx="457743" cy="229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8" tIns="45708" rIns="91418" bIns="45708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907">
                <a:solidFill>
                  <a:srgbClr val="4D4D4D"/>
                </a:solidFill>
                <a:latin typeface="+mn-lt"/>
              </a:defRPr>
            </a:lvl1pPr>
          </a:lstStyle>
          <a:p>
            <a:pPr>
              <a:defRPr/>
            </a:pPr>
            <a:fld id="{FB3629B8-3F17-4C5D-9EA5-923845F78C95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163ECC74-EF7D-4F84-82BA-6D2E6418948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228431" y="6645911"/>
            <a:ext cx="2677569" cy="174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2187" tIns="31093" rIns="62187" bIns="31093">
            <a:spAutoFit/>
          </a:bodyPr>
          <a:lstStyle>
            <a:lvl1pPr defTabSz="1028700" eaLnBrk="0" hangingPunct="0">
              <a:defRPr kumimoji="1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950" indent="-285750" defTabSz="1028700" eaLnBrk="0" hangingPunct="0">
              <a:defRPr kumimoji="1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3000" indent="-228600" defTabSz="1028700" eaLnBrk="0" hangingPunct="0">
              <a:defRPr kumimoji="1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200" indent="-228600" defTabSz="1028700" eaLnBrk="0" hangingPunct="0">
              <a:defRPr kumimoji="1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400" indent="-228600" defTabSz="1028700" eaLnBrk="0" hangingPunct="0">
              <a:defRPr kumimoji="1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marL="0" marR="0" lvl="0" indent="0" algn="r" defTabSz="93303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26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+mn-lt"/>
              </a:rPr>
              <a:t>Copyright©2026 OTSUKA CORPORATION All Rights Reserved.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422A3FB6-7A17-41E8-87E7-1A93168D6A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38214" y="53784"/>
            <a:ext cx="9259200" cy="540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282" tIns="46642" rIns="93282" bIns="46642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ja-JP" altLang="en-US"/>
              <a:t>マスター タイトルの書式設定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F0A459B0-379D-4151-933A-14A5D947BC80}"/>
              </a:ext>
            </a:extLst>
          </p:cNvPr>
          <p:cNvCxnSpPr>
            <a:cxnSpLocks/>
          </p:cNvCxnSpPr>
          <p:nvPr userDrawn="1"/>
        </p:nvCxnSpPr>
        <p:spPr>
          <a:xfrm>
            <a:off x="614359" y="610632"/>
            <a:ext cx="9291641" cy="0"/>
          </a:xfrm>
          <a:prstGeom prst="line">
            <a:avLst/>
          </a:prstGeom>
          <a:ln w="15875">
            <a:solidFill>
              <a:srgbClr val="DD8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図 17">
            <a:extLst>
              <a:ext uri="{FF2B5EF4-FFF2-40B4-BE49-F238E27FC236}">
                <a16:creationId xmlns:a16="http://schemas.microsoft.com/office/drawing/2014/main" id="{839FFE77-988E-47A4-ABA0-B659CA85DDC7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64" y="0"/>
            <a:ext cx="619123" cy="61946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49" r:id="rId2"/>
    <p:sldLayoutId id="2147483745" r:id="rId3"/>
    <p:sldLayoutId id="2147483747" r:id="rId4"/>
    <p:sldLayoutId id="2147483756" r:id="rId5"/>
  </p:sldLayoutIdLst>
  <p:hf hdr="0" ftr="0" dt="0"/>
  <p:txStyles>
    <p:titleStyle>
      <a:lvl1pPr algn="l" defTabSz="933031" rtl="0" eaLnBrk="0" fontAlgn="base" hangingPunct="0">
        <a:spcBef>
          <a:spcPct val="0"/>
        </a:spcBef>
        <a:spcAft>
          <a:spcPct val="0"/>
        </a:spcAft>
        <a:defRPr kumimoji="1" sz="2900" b="1">
          <a:solidFill>
            <a:srgbClr val="4D4D4D"/>
          </a:solidFill>
          <a:latin typeface="+mj-lt"/>
          <a:ea typeface="+mj-ea"/>
          <a:cs typeface="+mj-cs"/>
        </a:defRPr>
      </a:lvl1pPr>
      <a:lvl2pPr algn="l" defTabSz="933031" rtl="0" eaLnBrk="0" fontAlgn="base" hangingPunct="0">
        <a:spcBef>
          <a:spcPct val="0"/>
        </a:spcBef>
        <a:spcAft>
          <a:spcPct val="0"/>
        </a:spcAft>
        <a:defRPr kumimoji="1" sz="2902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2pPr>
      <a:lvl3pPr algn="l" defTabSz="933031" rtl="0" eaLnBrk="0" fontAlgn="base" hangingPunct="0">
        <a:spcBef>
          <a:spcPct val="0"/>
        </a:spcBef>
        <a:spcAft>
          <a:spcPct val="0"/>
        </a:spcAft>
        <a:defRPr kumimoji="1" sz="2902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3pPr>
      <a:lvl4pPr algn="l" defTabSz="933031" rtl="0" eaLnBrk="0" fontAlgn="base" hangingPunct="0">
        <a:spcBef>
          <a:spcPct val="0"/>
        </a:spcBef>
        <a:spcAft>
          <a:spcPct val="0"/>
        </a:spcAft>
        <a:defRPr kumimoji="1" sz="2902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4pPr>
      <a:lvl5pPr algn="l" defTabSz="933031" rtl="0" eaLnBrk="0" fontAlgn="base" hangingPunct="0">
        <a:spcBef>
          <a:spcPct val="0"/>
        </a:spcBef>
        <a:spcAft>
          <a:spcPct val="0"/>
        </a:spcAft>
        <a:defRPr kumimoji="1" sz="2902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5pPr>
      <a:lvl6pPr marL="414680" algn="l" defTabSz="933031" rtl="0" fontAlgn="base">
        <a:spcBef>
          <a:spcPct val="0"/>
        </a:spcBef>
        <a:spcAft>
          <a:spcPct val="0"/>
        </a:spcAft>
        <a:defRPr kumimoji="1" sz="2902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6pPr>
      <a:lvl7pPr marL="829361" algn="l" defTabSz="933031" rtl="0" fontAlgn="base">
        <a:spcBef>
          <a:spcPct val="0"/>
        </a:spcBef>
        <a:spcAft>
          <a:spcPct val="0"/>
        </a:spcAft>
        <a:defRPr kumimoji="1" sz="2902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7pPr>
      <a:lvl8pPr marL="1244041" algn="l" defTabSz="933031" rtl="0" fontAlgn="base">
        <a:spcBef>
          <a:spcPct val="0"/>
        </a:spcBef>
        <a:spcAft>
          <a:spcPct val="0"/>
        </a:spcAft>
        <a:defRPr kumimoji="1" sz="2902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8pPr>
      <a:lvl9pPr marL="1658722" algn="l" defTabSz="933031" rtl="0" fontAlgn="base">
        <a:spcBef>
          <a:spcPct val="0"/>
        </a:spcBef>
        <a:spcAft>
          <a:spcPct val="0"/>
        </a:spcAft>
        <a:defRPr kumimoji="1" sz="2902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9pPr>
    </p:titleStyle>
    <p:bodyStyle>
      <a:lvl1pPr marL="347007" indent="-347007" algn="l" defTabSz="922952" rtl="0" eaLnBrk="0" fontAlgn="base" hangingPunct="0">
        <a:spcBef>
          <a:spcPct val="20000"/>
        </a:spcBef>
        <a:spcAft>
          <a:spcPct val="0"/>
        </a:spcAft>
        <a:buChar char="•"/>
        <a:defRPr kumimoji="1" sz="2177">
          <a:solidFill>
            <a:srgbClr val="4D4D4D"/>
          </a:solidFill>
          <a:latin typeface="+mn-lt"/>
          <a:ea typeface="+mn-ea"/>
          <a:cs typeface="+mn-cs"/>
        </a:defRPr>
      </a:lvl1pPr>
      <a:lvl2pPr marL="750169" indent="-287973" algn="l" defTabSz="922952" rtl="0" eaLnBrk="0" fontAlgn="base" hangingPunct="0">
        <a:spcBef>
          <a:spcPct val="20000"/>
        </a:spcBef>
        <a:spcAft>
          <a:spcPct val="0"/>
        </a:spcAft>
        <a:buChar char="–"/>
        <a:defRPr kumimoji="1" sz="1905">
          <a:solidFill>
            <a:srgbClr val="4D4D4D"/>
          </a:solidFill>
          <a:latin typeface="+mn-lt"/>
          <a:ea typeface="+mn-ea"/>
        </a:defRPr>
      </a:lvl2pPr>
      <a:lvl3pPr marL="1154770" indent="-231818" algn="l" defTabSz="922952" rtl="0" eaLnBrk="0" fontAlgn="base" hangingPunct="0">
        <a:spcBef>
          <a:spcPct val="20000"/>
        </a:spcBef>
        <a:spcAft>
          <a:spcPct val="0"/>
        </a:spcAft>
        <a:buChar char="•"/>
        <a:defRPr kumimoji="1" sz="1723">
          <a:solidFill>
            <a:srgbClr val="4D4D4D"/>
          </a:solidFill>
          <a:latin typeface="+mn-lt"/>
          <a:ea typeface="+mn-ea"/>
        </a:defRPr>
      </a:lvl3pPr>
      <a:lvl4pPr marL="1616966" indent="-231818" algn="l" defTabSz="922952" rtl="0" eaLnBrk="0" fontAlgn="base" hangingPunct="0">
        <a:spcBef>
          <a:spcPct val="20000"/>
        </a:spcBef>
        <a:spcAft>
          <a:spcPct val="0"/>
        </a:spcAft>
        <a:buChar char="–"/>
        <a:defRPr kumimoji="1" sz="1451">
          <a:solidFill>
            <a:srgbClr val="4D4D4D"/>
          </a:solidFill>
          <a:latin typeface="+mn-lt"/>
          <a:ea typeface="+mn-ea"/>
        </a:defRPr>
      </a:lvl4pPr>
      <a:lvl5pPr marL="2077722" indent="-230378" algn="l" defTabSz="922952" rtl="0" eaLnBrk="0" fontAlgn="base" hangingPunct="0">
        <a:spcBef>
          <a:spcPct val="20000"/>
        </a:spcBef>
        <a:spcAft>
          <a:spcPct val="0"/>
        </a:spcAft>
        <a:buChar char="»"/>
        <a:defRPr kumimoji="1" sz="1451">
          <a:solidFill>
            <a:srgbClr val="4D4D4D"/>
          </a:solidFill>
          <a:latin typeface="+mn-lt"/>
          <a:ea typeface="+mn-ea"/>
        </a:defRPr>
      </a:lvl5pPr>
      <a:lvl6pPr marL="2492402" indent="-230378" algn="l" defTabSz="922952" rtl="0" fontAlgn="base">
        <a:spcBef>
          <a:spcPct val="20000"/>
        </a:spcBef>
        <a:spcAft>
          <a:spcPct val="0"/>
        </a:spcAft>
        <a:buChar char="»"/>
        <a:defRPr kumimoji="1" sz="1451">
          <a:solidFill>
            <a:schemeClr val="tx1"/>
          </a:solidFill>
          <a:latin typeface="+mn-lt"/>
          <a:ea typeface="+mn-ea"/>
        </a:defRPr>
      </a:lvl6pPr>
      <a:lvl7pPr marL="2907083" indent="-230378" algn="l" defTabSz="922952" rtl="0" fontAlgn="base">
        <a:spcBef>
          <a:spcPct val="20000"/>
        </a:spcBef>
        <a:spcAft>
          <a:spcPct val="0"/>
        </a:spcAft>
        <a:buChar char="»"/>
        <a:defRPr kumimoji="1" sz="1451">
          <a:solidFill>
            <a:schemeClr val="tx1"/>
          </a:solidFill>
          <a:latin typeface="+mn-lt"/>
          <a:ea typeface="+mn-ea"/>
        </a:defRPr>
      </a:lvl7pPr>
      <a:lvl8pPr marL="3321763" indent="-230378" algn="l" defTabSz="922952" rtl="0" fontAlgn="base">
        <a:spcBef>
          <a:spcPct val="20000"/>
        </a:spcBef>
        <a:spcAft>
          <a:spcPct val="0"/>
        </a:spcAft>
        <a:buChar char="»"/>
        <a:defRPr kumimoji="1" sz="1451">
          <a:solidFill>
            <a:schemeClr val="tx1"/>
          </a:solidFill>
          <a:latin typeface="+mn-lt"/>
          <a:ea typeface="+mn-ea"/>
        </a:defRPr>
      </a:lvl8pPr>
      <a:lvl9pPr marL="3736444" indent="-230378" algn="l" defTabSz="922952" rtl="0" fontAlgn="base">
        <a:spcBef>
          <a:spcPct val="20000"/>
        </a:spcBef>
        <a:spcAft>
          <a:spcPct val="0"/>
        </a:spcAft>
        <a:buChar char="»"/>
        <a:defRPr kumimoji="1" sz="145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829361" rtl="0" eaLnBrk="1" latinLnBrk="0" hangingPunct="1">
        <a:defRPr kumimoji="1" sz="1633" kern="1200">
          <a:solidFill>
            <a:schemeClr val="tx1"/>
          </a:solidFill>
          <a:latin typeface="+mn-lt"/>
          <a:ea typeface="+mn-ea"/>
          <a:cs typeface="+mn-cs"/>
        </a:defRPr>
      </a:lvl1pPr>
      <a:lvl2pPr marL="414680" algn="l" defTabSz="829361" rtl="0" eaLnBrk="1" latinLnBrk="0" hangingPunct="1">
        <a:defRPr kumimoji="1" sz="1633" kern="1200">
          <a:solidFill>
            <a:schemeClr val="tx1"/>
          </a:solidFill>
          <a:latin typeface="+mn-lt"/>
          <a:ea typeface="+mn-ea"/>
          <a:cs typeface="+mn-cs"/>
        </a:defRPr>
      </a:lvl2pPr>
      <a:lvl3pPr marL="829361" algn="l" defTabSz="829361" rtl="0" eaLnBrk="1" latinLnBrk="0" hangingPunct="1">
        <a:defRPr kumimoji="1" sz="1633" kern="1200">
          <a:solidFill>
            <a:schemeClr val="tx1"/>
          </a:solidFill>
          <a:latin typeface="+mn-lt"/>
          <a:ea typeface="+mn-ea"/>
          <a:cs typeface="+mn-cs"/>
        </a:defRPr>
      </a:lvl3pPr>
      <a:lvl4pPr marL="1244041" algn="l" defTabSz="829361" rtl="0" eaLnBrk="1" latinLnBrk="0" hangingPunct="1">
        <a:defRPr kumimoji="1" sz="1633" kern="1200">
          <a:solidFill>
            <a:schemeClr val="tx1"/>
          </a:solidFill>
          <a:latin typeface="+mn-lt"/>
          <a:ea typeface="+mn-ea"/>
          <a:cs typeface="+mn-cs"/>
        </a:defRPr>
      </a:lvl4pPr>
      <a:lvl5pPr marL="1658722" algn="l" defTabSz="829361" rtl="0" eaLnBrk="1" latinLnBrk="0" hangingPunct="1">
        <a:defRPr kumimoji="1" sz="1633" kern="1200">
          <a:solidFill>
            <a:schemeClr val="tx1"/>
          </a:solidFill>
          <a:latin typeface="+mn-lt"/>
          <a:ea typeface="+mn-ea"/>
          <a:cs typeface="+mn-cs"/>
        </a:defRPr>
      </a:lvl5pPr>
      <a:lvl6pPr marL="2073402" algn="l" defTabSz="829361" rtl="0" eaLnBrk="1" latinLnBrk="0" hangingPunct="1">
        <a:defRPr kumimoji="1" sz="1633" kern="1200">
          <a:solidFill>
            <a:schemeClr val="tx1"/>
          </a:solidFill>
          <a:latin typeface="+mn-lt"/>
          <a:ea typeface="+mn-ea"/>
          <a:cs typeface="+mn-cs"/>
        </a:defRPr>
      </a:lvl6pPr>
      <a:lvl7pPr marL="2488082" algn="l" defTabSz="829361" rtl="0" eaLnBrk="1" latinLnBrk="0" hangingPunct="1">
        <a:defRPr kumimoji="1" sz="1633" kern="1200">
          <a:solidFill>
            <a:schemeClr val="tx1"/>
          </a:solidFill>
          <a:latin typeface="+mn-lt"/>
          <a:ea typeface="+mn-ea"/>
          <a:cs typeface="+mn-cs"/>
        </a:defRPr>
      </a:lvl7pPr>
      <a:lvl8pPr marL="2902763" algn="l" defTabSz="829361" rtl="0" eaLnBrk="1" latinLnBrk="0" hangingPunct="1">
        <a:defRPr kumimoji="1" sz="1633" kern="1200">
          <a:solidFill>
            <a:schemeClr val="tx1"/>
          </a:solidFill>
          <a:latin typeface="+mn-lt"/>
          <a:ea typeface="+mn-ea"/>
          <a:cs typeface="+mn-cs"/>
        </a:defRPr>
      </a:lvl8pPr>
      <a:lvl9pPr marL="3317443" algn="l" defTabSz="829361" rtl="0" eaLnBrk="1" latinLnBrk="0" hangingPunct="1">
        <a:defRPr kumimoji="1" sz="16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56" userDrawn="1">
          <p15:clr>
            <a:srgbClr val="F26B43"/>
          </p15:clr>
        </p15:guide>
        <p15:guide id="2" pos="172" userDrawn="1">
          <p15:clr>
            <a:srgbClr val="F26B43"/>
          </p15:clr>
        </p15:guide>
        <p15:guide id="3" pos="606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903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大塚商会標準フォーマッ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6">
      <a:majorFont>
        <a:latin typeface="Segoe UI"/>
        <a:ea typeface="Meiryo UI"/>
        <a:cs typeface=""/>
      </a:majorFont>
      <a:minorFont>
        <a:latin typeface="Segoe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10175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600" b="0" i="0" u="none" strike="noStrike" cap="none" normalizeH="0" baseline="0" dirty="0" err="1" smtClean="0">
            <a:ln>
              <a:noFill/>
            </a:ln>
            <a:solidFill>
              <a:schemeClr val="bg1"/>
            </a:solidFill>
            <a:effectLst/>
            <a:ea typeface="Meiryo UI" panose="020B0604030504040204" pitchFamily="50" charset="-128"/>
          </a:defRPr>
        </a:defPPr>
      </a:lstStyle>
      <a:style>
        <a:lnRef idx="2">
          <a:schemeClr val="accent5">
            <a:shade val="50000"/>
          </a:schemeClr>
        </a:lnRef>
        <a:fillRef idx="1">
          <a:schemeClr val="accent5"/>
        </a:fillRef>
        <a:effectRef idx="0">
          <a:schemeClr val="accent5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75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50" charset="-128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kumimoji="1" sz="1600" dirty="0" err="1" smtClean="0">
            <a:latin typeface="+mn-lt"/>
            <a:ea typeface="Meiryo UI" panose="020B0604030504040204" pitchFamily="50" charset="-128"/>
          </a:defRPr>
        </a:defPPr>
      </a:lstStyle>
    </a:txDef>
  </a:objectDefaults>
  <a:extraClrSchemeLst>
    <a:extraClrScheme>
      <a:clrScheme name="大塚商会標準テンプレー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大塚商会標準テンプレー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大塚商会標準テンプレー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大塚商会標準テンプレー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大塚商会標準テンプレー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大塚商会標準テンプレー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大塚商会標準テンプレー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大塚商会標準テンプレー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大塚商会標準テンプレー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大塚商会標準テンプレー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大塚商会標準テンプレー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大塚商会標準テンプレー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eiryo&amp;segoe">
      <a:majorFont>
        <a:latin typeface="Segoe UI"/>
        <a:ea typeface="Meiryo UI"/>
        <a:cs typeface=""/>
      </a:majorFont>
      <a:minorFont>
        <a:latin typeface="Segoe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D5AC9CE1194DB468F50622F461A0E95" ma:contentTypeVersion="10" ma:contentTypeDescription="新しいドキュメントを作成します。" ma:contentTypeScope="" ma:versionID="615d2be5dbc7d41d833144f3f61fb5d4">
  <xsd:schema xmlns:xsd="http://www.w3.org/2001/XMLSchema" xmlns:xs="http://www.w3.org/2001/XMLSchema" xmlns:p="http://schemas.microsoft.com/office/2006/metadata/properties" xmlns:ns2="62a65032-0c68-4362-9138-dc42907692d9" xmlns:ns3="7a84bc90-29dd-4382-a1a6-104e3c05d186" targetNamespace="http://schemas.microsoft.com/office/2006/metadata/properties" ma:root="true" ma:fieldsID="eb0036cb161915e29e753bbd86aafa9c" ns2:_="" ns3:_="">
    <xsd:import namespace="62a65032-0c68-4362-9138-dc42907692d9"/>
    <xsd:import namespace="7a84bc90-29dd-4382-a1a6-104e3c05d1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a65032-0c68-4362-9138-dc42907692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efac7fe9-f16c-446e-8937-6359a39fdd8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84bc90-29dd-4382-a1a6-104e3c05d18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b48cd4d-ac7b-4525-878a-5ea308952cc5}" ma:internalName="TaxCatchAll" ma:showField="CatchAllData" ma:web="7a84bc90-29dd-4382-a1a6-104e3c05d1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a84bc90-29dd-4382-a1a6-104e3c05d186" xsi:nil="true"/>
    <lcf76f155ced4ddcb4097134ff3c332f xmlns="62a65032-0c68-4362-9138-dc42907692d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70A01F9-D2BF-48CF-8DC9-B668A2A7A505}"/>
</file>

<file path=customXml/itemProps2.xml><?xml version="1.0" encoding="utf-8"?>
<ds:datastoreItem xmlns:ds="http://schemas.openxmlformats.org/officeDocument/2006/customXml" ds:itemID="{EDFADE23-DF81-4177-B651-1116F5FFC9B3}"/>
</file>

<file path=customXml/itemProps3.xml><?xml version="1.0" encoding="utf-8"?>
<ds:datastoreItem xmlns:ds="http://schemas.openxmlformats.org/officeDocument/2006/customXml" ds:itemID="{AA7590D7-ADBF-4E74-B60F-B56B4AD8F968}"/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6710</Words>
  <Application>Microsoft Office PowerPoint</Application>
  <PresentationFormat>A4 210 x 297 mm</PresentationFormat>
  <Paragraphs>1178</Paragraphs>
  <Slides>34</Slides>
  <Notes>22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34</vt:i4>
      </vt:variant>
    </vt:vector>
  </HeadingPairs>
  <TitlesOfParts>
    <vt:vector size="46" baseType="lpstr">
      <vt:lpstr>-apple-system</vt:lpstr>
      <vt:lpstr>BIZ UDPゴシック</vt:lpstr>
      <vt:lpstr>HGP創英角ｺﾞｼｯｸUB</vt:lpstr>
      <vt:lpstr>Meiryo UI</vt:lpstr>
      <vt:lpstr>ＭＳ Ｐ明朝</vt:lpstr>
      <vt:lpstr>Segoe Sans</vt:lpstr>
      <vt:lpstr>Arial</vt:lpstr>
      <vt:lpstr>Calibri</vt:lpstr>
      <vt:lpstr>Segoe UI</vt:lpstr>
      <vt:lpstr>Wingdings</vt:lpstr>
      <vt:lpstr>大塚商会標準フォーマット</vt:lpstr>
      <vt:lpstr>デザインの設定</vt:lpstr>
      <vt:lpstr>生産性を高める高速10ギガ回線</vt:lpstr>
      <vt:lpstr>生産性を高める高速10ギガ回線</vt:lpstr>
      <vt:lpstr>PowerPoint プレゼンテーション</vt:lpstr>
      <vt:lpstr>10ギガとは・・・？</vt:lpstr>
      <vt:lpstr>増加し続けるインターネットのトラヒック</vt:lpstr>
      <vt:lpstr>インターネットトラヒックの増加理由</vt:lpstr>
      <vt:lpstr>Win11PCに合わせてネットワーク環境も見直しが必要</vt:lpstr>
      <vt:lpstr>インターネットが遅い時のお困りごと</vt:lpstr>
      <vt:lpstr>BCP対策にも最適！クラウドバックアップ×10ギガ回線の実効性</vt:lpstr>
      <vt:lpstr>1ギガvs10ギガ速度比較</vt:lpstr>
      <vt:lpstr>PowerPoint プレゼンテーション</vt:lpstr>
      <vt:lpstr>これからは10ギガ通信が主流！この機会に見直し下さい</vt:lpstr>
      <vt:lpstr>10ギガ インターネット回線のご紹介</vt:lpstr>
      <vt:lpstr>『10ギガ』 回線ラインアップ</vt:lpstr>
      <vt:lpstr>たよれーるひかり クロス＋αWeb 光クロス接続</vt:lpstr>
      <vt:lpstr>たよれーるひかり クロス＋αWeb 光クロス接続</vt:lpstr>
      <vt:lpstr>NUROアクセス 10Gプラン</vt:lpstr>
      <vt:lpstr>UCOM光 ファストギガビットアクセス</vt:lpstr>
      <vt:lpstr>10ギガ ネットワーク機器のご紹介</vt:lpstr>
      <vt:lpstr>10ギガ対応ルーター</vt:lpstr>
      <vt:lpstr>10ギガ対応UTM</vt:lpstr>
      <vt:lpstr>10ギガ対応スイッチ</vt:lpstr>
      <vt:lpstr>Wi-Fi6E/7対応無線アクセスポイント</vt:lpstr>
      <vt:lpstr>Wi-Fi5 vs Wi-Fi6E・7速度比較</vt:lpstr>
      <vt:lpstr>ネットワークアセスメントサービス</vt:lpstr>
      <vt:lpstr>PowerPoint プレゼンテーション</vt:lpstr>
      <vt:lpstr>会社概要</vt:lpstr>
      <vt:lpstr>サポート体制　－たよれーるー</vt:lpstr>
      <vt:lpstr>たよれーるコンタクトセンター</vt:lpstr>
      <vt:lpstr>お客様マイページ</vt:lpstr>
      <vt:lpstr>オンサイトサポート</vt:lpstr>
      <vt:lpstr>たよれーるマネジメントサービスセンター </vt:lpstr>
      <vt:lpstr>［ご案内］おしごとアイデアLAB</vt:lpstr>
      <vt:lpstr>PowerPoint プレゼンテーション</vt:lpstr>
    </vt:vector>
  </TitlesOfParts>
  <Company>大塚商会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MM戦略企画2課</dc:creator>
  <cp:lastModifiedBy>伊藤 真菜</cp:lastModifiedBy>
  <cp:revision>11</cp:revision>
  <cp:lastPrinted>2021-06-03T04:03:32Z</cp:lastPrinted>
  <dcterms:created xsi:type="dcterms:W3CDTF">2007-04-25T04:32:05Z</dcterms:created>
  <dcterms:modified xsi:type="dcterms:W3CDTF">2026-05-26T00:44:30Z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0x010100ED5AC9CE1194DB468F50622F461A0E95</vt:lpwstr>
  </property>
</Properties>
</file>